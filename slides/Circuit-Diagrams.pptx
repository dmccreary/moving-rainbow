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  <p:sldId id="256" r:id="rId3"/>
    <p:sldId id="257" r:id="rId4"/>
    <p:sldId id="258" r:id="rId5"/>
    <p:sldId id="259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26"/>
  </p:normalViewPr>
  <p:slideViewPr>
    <p:cSldViewPr snapToGrid="0">
      <p:cViewPr varScale="1">
        <p:scale>
          <a:sx n="107" d="100"/>
          <a:sy n="107" d="100"/>
        </p:scale>
        <p:origin x="1280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F5FF8-05D1-B76A-F193-376C0C0D25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99B8F0-39A2-4622-343C-0E8EAB4AF7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86F52-9A80-3DC9-E85F-4359B5927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92E5C-6CC1-3C4C-9008-EB0C631F4F05}" type="datetimeFigureOut">
              <a:rPr lang="en-US" smtClean="0"/>
              <a:t>10/26/25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2C03BE-D3F1-E052-2149-69A819AA2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BEE8F2-1A0C-AC51-A3DA-4DB567F30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35983-7A12-7A43-B209-EFA169819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228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CD55F-2A5F-0E31-FAE3-BE64261F6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FA70B5-3406-8B69-037C-E067BD1D88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315351-39A6-3A65-58EE-1689042C2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92E5C-6CC1-3C4C-9008-EB0C631F4F05}" type="datetimeFigureOut">
              <a:rPr lang="en-US" smtClean="0"/>
              <a:t>10/26/25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E00685-6FCA-51BF-DD86-35C412B16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18C014-2936-5385-AB92-A5980B346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35983-7A12-7A43-B209-EFA169819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381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8AD17-5CB7-3F3F-A95C-A0D6B46E9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7F0BE-AC04-87FB-8C83-71720B7925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8859A-AD00-2047-85AB-452CF8179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92E5C-6CC1-3C4C-9008-EB0C631F4F05}" type="datetimeFigureOut">
              <a:rPr lang="en-US" smtClean="0"/>
              <a:t>10/26/25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CA593-1579-453B-FB63-F4122E75F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99B14-AAA5-160D-7ADF-9B4FFD172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35983-7A12-7A43-B209-EFA169819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852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31A8E-5A28-6D86-EAC0-745F7FBBF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A53E9-D77E-8E2F-E161-1A98600330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1B5A3-0346-9618-C7B3-2EC5D883E8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E4418A-1931-3247-D6A9-673410224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92E5C-6CC1-3C4C-9008-EB0C631F4F05}" type="datetimeFigureOut">
              <a:rPr lang="en-US" smtClean="0"/>
              <a:t>10/26/25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639418-5799-9921-A0D5-729AAC29C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DF81B6-D81E-3CA8-38EA-6C0734D67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35983-7A12-7A43-B209-EFA169819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84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CB4F2-DC6B-1995-FFA4-58F20B577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04B1FF-10F2-6D29-B1BD-23E534A5AB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F2CD21-23E8-2A4D-3BC2-EC6D04F758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C90E8D-FA9D-4BDE-DEB3-95D208DB1F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78DF4B-5002-1C02-273F-5DEB267057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13B9FF-170D-85E1-C8C8-C07829A5DC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92E5C-6CC1-3C4C-9008-EB0C631F4F05}" type="datetimeFigureOut">
              <a:rPr lang="en-US" smtClean="0"/>
              <a:t>10/26/25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3BC2E97-E016-ACB2-5B53-B464B993C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434BB1-87C9-BA75-C262-84BF73955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35983-7A12-7A43-B209-EFA169819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228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0B4B4-482A-4DDF-5F9A-10FD0C915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7A19C7-60C3-C0AF-3435-6A64D68B1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92E5C-6CC1-3C4C-9008-EB0C631F4F05}" type="datetimeFigureOut">
              <a:rPr lang="en-US" smtClean="0"/>
              <a:t>10/26/25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15C2EC-8599-4C4C-23B6-7CC3CAB43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E72406-1E43-B718-757E-97542393A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35983-7A12-7A43-B209-EFA169819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454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B96242-3736-EAC0-BBB1-6263E0F6E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92E5C-6CC1-3C4C-9008-EB0C631F4F05}" type="datetimeFigureOut">
              <a:rPr lang="en-US" smtClean="0"/>
              <a:t>10/26/25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4AE648-BD32-BAE0-29FA-ED0FBF577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1A5ED1-5F8D-7AA6-6773-58424265E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35983-7A12-7A43-B209-EFA169819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0969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11B6D-64B4-2874-1127-A40389618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1FBC6-D9B6-E950-D571-954045A8D8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3E63E5-E89D-F34E-3778-CAECC9DFA0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825DD1-6CDE-B0D6-A7BE-93B866E51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92E5C-6CC1-3C4C-9008-EB0C631F4F05}" type="datetimeFigureOut">
              <a:rPr lang="en-US" smtClean="0"/>
              <a:t>10/26/25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A521C7-7A20-D10C-5C01-4D13053F7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97A291-0E99-247F-83BF-C2647C4A7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35983-7A12-7A43-B209-EFA169819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518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B3250-E5F6-6400-5DA9-AF436F4DA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640AFE-E08E-EE61-FB8D-4D88E4259D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64D7F5-F96A-076D-8C5B-105BE01E6C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75573C-491A-5485-6035-21AEB491D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92E5C-6CC1-3C4C-9008-EB0C631F4F05}" type="datetimeFigureOut">
              <a:rPr lang="en-US" smtClean="0"/>
              <a:t>10/26/25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DCD31D-766F-4657-B59E-BFEF0E7B8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229E51-124B-10C1-E954-FD1040A2D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35983-7A12-7A43-B209-EFA169819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19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DC19D-C6A3-CBE8-E98F-C21F1ADAC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EBB590-5F9B-ABE1-175C-DFAB95B9E8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526CE4-5E14-7C31-42F4-9AAA4EEA5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92E5C-6CC1-3C4C-9008-EB0C631F4F05}" type="datetimeFigureOut">
              <a:rPr lang="en-US" smtClean="0"/>
              <a:t>10/26/25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C249B-C70B-E5EB-F455-62E422C50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92E251-47FD-383F-DFC2-14DFF2FEB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35983-7A12-7A43-B209-EFA169819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4858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897055-1375-965B-ED53-95BEC5BE03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029EB7-5D54-BC1A-6FD5-8A3BFC3025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ED117-DA3F-C042-D65D-F9A297D0E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92E5C-6CC1-3C4C-9008-EB0C631F4F05}" type="datetimeFigureOut">
              <a:rPr lang="en-US" smtClean="0"/>
              <a:t>10/26/25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49E786-11BE-5132-B75C-BF85D9934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D769D-9741-E7DD-7E56-E8F470BB5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35983-7A12-7A43-B209-EFA169819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393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AAE38F-0656-7EC0-9498-50577B5C7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659083-9DFF-B052-233B-D37AE69630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117EC-CA8A-A82B-2558-FEC4FF63C3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E92E5C-6CC1-3C4C-9008-EB0C631F4F05}" type="datetimeFigureOut">
              <a:rPr lang="en-US" smtClean="0"/>
              <a:t>10/26/25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F8C04-D56F-FE3F-69A2-30CC714796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035C01-D10B-3366-C39C-65119ED98B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635983-7A12-7A43-B209-EFA169819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705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98F10A1-EDF2-4303-5D43-A49B1CFD4D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LED Noodle Circuit Diagrams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EC84C93-D6F4-12F7-E525-9FD901C627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546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34D221A-C82E-D0BC-897D-AAD684B36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6726" y="2287929"/>
            <a:ext cx="1435100" cy="1562100"/>
          </a:xfrm>
          <a:prstGeom prst="rect">
            <a:avLst/>
          </a:prstGeom>
        </p:spPr>
      </p:pic>
      <p:pic>
        <p:nvPicPr>
          <p:cNvPr id="20" name="Picture 4" descr="Resistor Symbol Royalty-Free Images ...">
            <a:extLst>
              <a:ext uri="{FF2B5EF4-FFF2-40B4-BE49-F238E27FC236}">
                <a16:creationId xmlns:a16="http://schemas.microsoft.com/office/drawing/2014/main" id="{7A9F6B84-DC0C-C051-10EF-5427F8CD47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520449" y="1910782"/>
            <a:ext cx="681347" cy="281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45470-18E6-2D6A-C571-4CF7530595BC}"/>
              </a:ext>
            </a:extLst>
          </p:cNvPr>
          <p:cNvCxnSpPr>
            <a:cxnSpLocks/>
          </p:cNvCxnSpPr>
          <p:nvPr/>
        </p:nvCxnSpPr>
        <p:spPr>
          <a:xfrm>
            <a:off x="3289465" y="1001855"/>
            <a:ext cx="412746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17DC86-537A-D61C-83EF-BF02FE00FE64}"/>
              </a:ext>
            </a:extLst>
          </p:cNvPr>
          <p:cNvCxnSpPr>
            <a:cxnSpLocks/>
          </p:cNvCxnSpPr>
          <p:nvPr/>
        </p:nvCxnSpPr>
        <p:spPr>
          <a:xfrm>
            <a:off x="3123210" y="4786185"/>
            <a:ext cx="437097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2083C48-0285-8327-16B1-74D512BB1BEC}"/>
              </a:ext>
            </a:extLst>
          </p:cNvPr>
          <p:cNvSpPr txBox="1"/>
          <p:nvPr/>
        </p:nvSpPr>
        <p:spPr>
          <a:xfrm>
            <a:off x="5042294" y="100185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5V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0BFAF6-3109-81AC-8241-3A6DC63DDE77}"/>
              </a:ext>
            </a:extLst>
          </p:cNvPr>
          <p:cNvSpPr txBox="1"/>
          <p:nvPr/>
        </p:nvSpPr>
        <p:spPr>
          <a:xfrm>
            <a:off x="4768913" y="4405745"/>
            <a:ext cx="848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EA8B02-758C-0551-68C5-5B48088B9A91}"/>
              </a:ext>
            </a:extLst>
          </p:cNvPr>
          <p:cNvSpPr txBox="1"/>
          <p:nvPr/>
        </p:nvSpPr>
        <p:spPr>
          <a:xfrm>
            <a:off x="1038336" y="5441029"/>
            <a:ext cx="2484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From Raspberry Pi Pico</a:t>
            </a:r>
          </a:p>
        </p:txBody>
      </p:sp>
      <p:pic>
        <p:nvPicPr>
          <p:cNvPr id="1028" name="Picture 4" descr="Resistor Symbol Royalty-Free Images ...">
            <a:extLst>
              <a:ext uri="{FF2B5EF4-FFF2-40B4-BE49-F238E27FC236}">
                <a16:creationId xmlns:a16="http://schemas.microsoft.com/office/drawing/2014/main" id="{53456D0D-B950-48E7-1E6E-FEE39EA715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6021" y="2895535"/>
            <a:ext cx="943555" cy="355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615B527-7AAD-76B4-980F-9B43700BD8D3}"/>
              </a:ext>
            </a:extLst>
          </p:cNvPr>
          <p:cNvSpPr txBox="1"/>
          <p:nvPr/>
        </p:nvSpPr>
        <p:spPr>
          <a:xfrm>
            <a:off x="4995140" y="2458742"/>
            <a:ext cx="11304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10K Ohm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D32802A-DB8D-B85B-A0E1-724B617C50E6}"/>
              </a:ext>
            </a:extLst>
          </p:cNvPr>
          <p:cNvCxnSpPr>
            <a:cxnSpLocks/>
          </p:cNvCxnSpPr>
          <p:nvPr/>
        </p:nvCxnSpPr>
        <p:spPr>
          <a:xfrm>
            <a:off x="4461077" y="3019552"/>
            <a:ext cx="764944" cy="16786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E5BF405-AD18-AF0E-93A6-FA6FEBBEE301}"/>
              </a:ext>
            </a:extLst>
          </p:cNvPr>
          <p:cNvCxnSpPr>
            <a:cxnSpLocks/>
          </p:cNvCxnSpPr>
          <p:nvPr/>
        </p:nvCxnSpPr>
        <p:spPr>
          <a:xfrm>
            <a:off x="6873480" y="3679439"/>
            <a:ext cx="0" cy="111910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8C49636-CD64-5EEE-0373-589FDDF42E22}"/>
              </a:ext>
            </a:extLst>
          </p:cNvPr>
          <p:cNvSpPr txBox="1"/>
          <p:nvPr/>
        </p:nvSpPr>
        <p:spPr>
          <a:xfrm>
            <a:off x="7116025" y="1885428"/>
            <a:ext cx="1109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220 Ohm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89ED26EB-ADC5-D891-253E-03F94E1198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 flipV="1">
            <a:off x="6633282" y="1004754"/>
            <a:ext cx="681346" cy="751279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791A8B5-1439-F317-37F1-D81FC00E9B92}"/>
              </a:ext>
            </a:extLst>
          </p:cNvPr>
          <p:cNvSpPr txBox="1"/>
          <p:nvPr/>
        </p:nvSpPr>
        <p:spPr>
          <a:xfrm>
            <a:off x="7322522" y="2650129"/>
            <a:ext cx="1411733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2N2222</a:t>
            </a:r>
          </a:p>
          <a:p>
            <a:r>
              <a:rPr lang="en-US" dirty="0"/>
              <a:t>max 800 mA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448A-AF0E-8E27-AAA3-C8AB7BDFF2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 flipV="1">
            <a:off x="3231301" y="2542458"/>
            <a:ext cx="1434566" cy="961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B923FB-0177-AB84-3EEA-1F0DC04AB099}"/>
              </a:ext>
            </a:extLst>
          </p:cNvPr>
          <p:cNvSpPr txBox="1"/>
          <p:nvPr/>
        </p:nvSpPr>
        <p:spPr>
          <a:xfrm>
            <a:off x="2038415" y="2646768"/>
            <a:ext cx="16960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10K</a:t>
            </a:r>
            <a:br>
              <a:rPr lang="en-US" b="1" dirty="0"/>
            </a:br>
            <a:r>
              <a:rPr lang="en-US" b="1" dirty="0"/>
              <a:t>Potentiometer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375EA4-5182-3A57-172E-FF8FE5FDAEDA}"/>
              </a:ext>
            </a:extLst>
          </p:cNvPr>
          <p:cNvCxnSpPr>
            <a:cxnSpLocks/>
          </p:cNvCxnSpPr>
          <p:nvPr/>
        </p:nvCxnSpPr>
        <p:spPr>
          <a:xfrm>
            <a:off x="3950170" y="3689335"/>
            <a:ext cx="0" cy="111910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0FCE582-87EB-4C39-5F55-A2A564F22D5E}"/>
              </a:ext>
            </a:extLst>
          </p:cNvPr>
          <p:cNvCxnSpPr>
            <a:cxnSpLocks/>
            <a:endCxn id="1026" idx="1"/>
          </p:cNvCxnSpPr>
          <p:nvPr/>
        </p:nvCxnSpPr>
        <p:spPr>
          <a:xfrm flipH="1">
            <a:off x="3948585" y="1027283"/>
            <a:ext cx="11481" cy="127888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7EE1113-A2A8-8AA7-1049-68AEFB1CC28C}"/>
              </a:ext>
            </a:extLst>
          </p:cNvPr>
          <p:cNvSpPr txBox="1"/>
          <p:nvPr/>
        </p:nvSpPr>
        <p:spPr>
          <a:xfrm>
            <a:off x="7413291" y="1230306"/>
            <a:ext cx="16036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Standard LED</a:t>
            </a:r>
          </a:p>
        </p:txBody>
      </p:sp>
    </p:spTree>
    <p:extLst>
      <p:ext uri="{BB962C8B-B14F-4D97-AF65-F5344CB8AC3E}">
        <p14:creationId xmlns:p14="http://schemas.microsoft.com/office/powerpoint/2010/main" val="3264771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22AC1-4625-FB79-6554-D603F12FD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937" y="220746"/>
            <a:ext cx="10515600" cy="428959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270CE5-2C09-4D5A-4691-E19975323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157" y="1563749"/>
            <a:ext cx="7772400" cy="404332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A12711-675F-0DD4-63B6-9EF24003E50A}"/>
              </a:ext>
            </a:extLst>
          </p:cNvPr>
          <p:cNvSpPr txBox="1"/>
          <p:nvPr/>
        </p:nvSpPr>
        <p:spPr>
          <a:xfrm>
            <a:off x="3786376" y="3144182"/>
            <a:ext cx="1101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10K Ohm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33C5278D-C4D5-4675-92B5-47B0C4857412}"/>
              </a:ext>
            </a:extLst>
          </p:cNvPr>
          <p:cNvSpPr/>
          <p:nvPr/>
        </p:nvSpPr>
        <p:spPr>
          <a:xfrm flipV="1">
            <a:off x="3901809" y="3529152"/>
            <a:ext cx="870718" cy="224699"/>
          </a:xfrm>
          <a:custGeom>
            <a:avLst/>
            <a:gdLst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61535"/>
              <a:gd name="connsiteX1" fmla="*/ 1470454 w 6635579"/>
              <a:gd name="connsiteY1" fmla="*/ 580768 h 1161535"/>
              <a:gd name="connsiteX2" fmla="*/ 1779373 w 6635579"/>
              <a:gd name="connsiteY2" fmla="*/ 24713 h 1161535"/>
              <a:gd name="connsiteX3" fmla="*/ 2409568 w 6635579"/>
              <a:gd name="connsiteY3" fmla="*/ 1161535 h 1161535"/>
              <a:gd name="connsiteX4" fmla="*/ 3039762 w 6635579"/>
              <a:gd name="connsiteY4" fmla="*/ 37070 h 1161535"/>
              <a:gd name="connsiteX5" fmla="*/ 3645244 w 6635579"/>
              <a:gd name="connsiteY5" fmla="*/ 1161535 h 1161535"/>
              <a:gd name="connsiteX6" fmla="*/ 4275438 w 6635579"/>
              <a:gd name="connsiteY6" fmla="*/ 0 h 1161535"/>
              <a:gd name="connsiteX7" fmla="*/ 4917990 w 6635579"/>
              <a:gd name="connsiteY7" fmla="*/ 1161535 h 1161535"/>
              <a:gd name="connsiteX8" fmla="*/ 5263979 w 6635579"/>
              <a:gd name="connsiteY8" fmla="*/ 593124 h 1161535"/>
              <a:gd name="connsiteX9" fmla="*/ 6635579 w 6635579"/>
              <a:gd name="connsiteY9" fmla="*/ 593124 h 1161535"/>
              <a:gd name="connsiteX10" fmla="*/ 6635579 w 6635579"/>
              <a:gd name="connsiteY10" fmla="*/ 593124 h 1161535"/>
              <a:gd name="connsiteX11" fmla="*/ 6635579 w 6635579"/>
              <a:gd name="connsiteY11" fmla="*/ 593124 h 1161535"/>
              <a:gd name="connsiteX0" fmla="*/ 0 w 6635579"/>
              <a:gd name="connsiteY0" fmla="*/ 580768 h 1161535"/>
              <a:gd name="connsiteX1" fmla="*/ 1470454 w 6635579"/>
              <a:gd name="connsiteY1" fmla="*/ 580768 h 1161535"/>
              <a:gd name="connsiteX2" fmla="*/ 1779373 w 6635579"/>
              <a:gd name="connsiteY2" fmla="*/ 24713 h 1161535"/>
              <a:gd name="connsiteX3" fmla="*/ 2409568 w 6635579"/>
              <a:gd name="connsiteY3" fmla="*/ 1161535 h 1161535"/>
              <a:gd name="connsiteX4" fmla="*/ 3039762 w 6635579"/>
              <a:gd name="connsiteY4" fmla="*/ 37070 h 1161535"/>
              <a:gd name="connsiteX5" fmla="*/ 3645244 w 6635579"/>
              <a:gd name="connsiteY5" fmla="*/ 1161535 h 1161535"/>
              <a:gd name="connsiteX6" fmla="*/ 4275438 w 6635579"/>
              <a:gd name="connsiteY6" fmla="*/ 0 h 1161535"/>
              <a:gd name="connsiteX7" fmla="*/ 4917990 w 6635579"/>
              <a:gd name="connsiteY7" fmla="*/ 1161535 h 1161535"/>
              <a:gd name="connsiteX8" fmla="*/ 5263979 w 6635579"/>
              <a:gd name="connsiteY8" fmla="*/ 593124 h 1161535"/>
              <a:gd name="connsiteX9" fmla="*/ 6635579 w 6635579"/>
              <a:gd name="connsiteY9" fmla="*/ 593124 h 1161535"/>
              <a:gd name="connsiteX10" fmla="*/ 6635579 w 6635579"/>
              <a:gd name="connsiteY10" fmla="*/ 593124 h 1161535"/>
              <a:gd name="connsiteX11" fmla="*/ 6635579 w 6635579"/>
              <a:gd name="connsiteY11" fmla="*/ 593124 h 1161535"/>
              <a:gd name="connsiteX0" fmla="*/ 0 w 6635579"/>
              <a:gd name="connsiteY0" fmla="*/ 580768 h 1161535"/>
              <a:gd name="connsiteX1" fmla="*/ 1470454 w 6635579"/>
              <a:gd name="connsiteY1" fmla="*/ 580768 h 1161535"/>
              <a:gd name="connsiteX2" fmla="*/ 1779373 w 6635579"/>
              <a:gd name="connsiteY2" fmla="*/ 24713 h 1161535"/>
              <a:gd name="connsiteX3" fmla="*/ 2409568 w 6635579"/>
              <a:gd name="connsiteY3" fmla="*/ 1161535 h 1161535"/>
              <a:gd name="connsiteX4" fmla="*/ 3039762 w 6635579"/>
              <a:gd name="connsiteY4" fmla="*/ 37070 h 1161535"/>
              <a:gd name="connsiteX5" fmla="*/ 3645244 w 6635579"/>
              <a:gd name="connsiteY5" fmla="*/ 1161535 h 1161535"/>
              <a:gd name="connsiteX6" fmla="*/ 4275438 w 6635579"/>
              <a:gd name="connsiteY6" fmla="*/ 0 h 1161535"/>
              <a:gd name="connsiteX7" fmla="*/ 4917990 w 6635579"/>
              <a:gd name="connsiteY7" fmla="*/ 1161535 h 1161535"/>
              <a:gd name="connsiteX8" fmla="*/ 5263979 w 6635579"/>
              <a:gd name="connsiteY8" fmla="*/ 593124 h 1161535"/>
              <a:gd name="connsiteX9" fmla="*/ 6635579 w 6635579"/>
              <a:gd name="connsiteY9" fmla="*/ 593124 h 1161535"/>
              <a:gd name="connsiteX10" fmla="*/ 6635579 w 6635579"/>
              <a:gd name="connsiteY10" fmla="*/ 593124 h 1161535"/>
              <a:gd name="connsiteX11" fmla="*/ 6635579 w 6635579"/>
              <a:gd name="connsiteY11" fmla="*/ 593124 h 1161535"/>
              <a:gd name="connsiteX0" fmla="*/ 0 w 6635579"/>
              <a:gd name="connsiteY0" fmla="*/ 580768 h 1161535"/>
              <a:gd name="connsiteX1" fmla="*/ 1470454 w 6635579"/>
              <a:gd name="connsiteY1" fmla="*/ 580768 h 1161535"/>
              <a:gd name="connsiteX2" fmla="*/ 1779373 w 6635579"/>
              <a:gd name="connsiteY2" fmla="*/ 24713 h 1161535"/>
              <a:gd name="connsiteX3" fmla="*/ 2409568 w 6635579"/>
              <a:gd name="connsiteY3" fmla="*/ 1161535 h 1161535"/>
              <a:gd name="connsiteX4" fmla="*/ 3039762 w 6635579"/>
              <a:gd name="connsiteY4" fmla="*/ 37070 h 1161535"/>
              <a:gd name="connsiteX5" fmla="*/ 3645244 w 6635579"/>
              <a:gd name="connsiteY5" fmla="*/ 1161535 h 1161535"/>
              <a:gd name="connsiteX6" fmla="*/ 4275438 w 6635579"/>
              <a:gd name="connsiteY6" fmla="*/ 0 h 1161535"/>
              <a:gd name="connsiteX7" fmla="*/ 4917990 w 6635579"/>
              <a:gd name="connsiteY7" fmla="*/ 1161535 h 1161535"/>
              <a:gd name="connsiteX8" fmla="*/ 5263979 w 6635579"/>
              <a:gd name="connsiteY8" fmla="*/ 593124 h 1161535"/>
              <a:gd name="connsiteX9" fmla="*/ 6635579 w 6635579"/>
              <a:gd name="connsiteY9" fmla="*/ 593124 h 1161535"/>
              <a:gd name="connsiteX10" fmla="*/ 6635579 w 6635579"/>
              <a:gd name="connsiteY10" fmla="*/ 593124 h 1161535"/>
              <a:gd name="connsiteX11" fmla="*/ 6635579 w 6635579"/>
              <a:gd name="connsiteY11" fmla="*/ 593124 h 1161535"/>
              <a:gd name="connsiteX0" fmla="*/ 0 w 6635579"/>
              <a:gd name="connsiteY0" fmla="*/ 580768 h 1161535"/>
              <a:gd name="connsiteX1" fmla="*/ 1470454 w 6635579"/>
              <a:gd name="connsiteY1" fmla="*/ 580768 h 1161535"/>
              <a:gd name="connsiteX2" fmla="*/ 1779373 w 6635579"/>
              <a:gd name="connsiteY2" fmla="*/ 24713 h 1161535"/>
              <a:gd name="connsiteX3" fmla="*/ 2409568 w 6635579"/>
              <a:gd name="connsiteY3" fmla="*/ 1161535 h 1161535"/>
              <a:gd name="connsiteX4" fmla="*/ 3039762 w 6635579"/>
              <a:gd name="connsiteY4" fmla="*/ 37070 h 1161535"/>
              <a:gd name="connsiteX5" fmla="*/ 3645244 w 6635579"/>
              <a:gd name="connsiteY5" fmla="*/ 1161535 h 1161535"/>
              <a:gd name="connsiteX6" fmla="*/ 4275438 w 6635579"/>
              <a:gd name="connsiteY6" fmla="*/ 0 h 1161535"/>
              <a:gd name="connsiteX7" fmla="*/ 4917990 w 6635579"/>
              <a:gd name="connsiteY7" fmla="*/ 1161535 h 1161535"/>
              <a:gd name="connsiteX8" fmla="*/ 5263979 w 6635579"/>
              <a:gd name="connsiteY8" fmla="*/ 593124 h 1161535"/>
              <a:gd name="connsiteX9" fmla="*/ 6635579 w 6635579"/>
              <a:gd name="connsiteY9" fmla="*/ 593124 h 1161535"/>
              <a:gd name="connsiteX10" fmla="*/ 6635579 w 6635579"/>
              <a:gd name="connsiteY10" fmla="*/ 593124 h 1161535"/>
              <a:gd name="connsiteX11" fmla="*/ 6635579 w 6635579"/>
              <a:gd name="connsiteY11" fmla="*/ 593124 h 1161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635579" h="1161535">
                <a:moveTo>
                  <a:pt x="0" y="580768"/>
                </a:moveTo>
                <a:cubicBezTo>
                  <a:pt x="586946" y="627106"/>
                  <a:pt x="15652" y="589038"/>
                  <a:pt x="1470454" y="580768"/>
                </a:cubicBezTo>
                <a:cubicBezTo>
                  <a:pt x="1785773" y="19169"/>
                  <a:pt x="1491556" y="589100"/>
                  <a:pt x="1779373" y="24713"/>
                </a:cubicBezTo>
                <a:cubicBezTo>
                  <a:pt x="2395437" y="1171895"/>
                  <a:pt x="1791540" y="34061"/>
                  <a:pt x="2409568" y="1161535"/>
                </a:cubicBezTo>
                <a:cubicBezTo>
                  <a:pt x="3046353" y="33489"/>
                  <a:pt x="2425853" y="1176553"/>
                  <a:pt x="3039762" y="37070"/>
                </a:cubicBezTo>
                <a:cubicBezTo>
                  <a:pt x="3653671" y="1181243"/>
                  <a:pt x="3045402" y="42297"/>
                  <a:pt x="3645244" y="1161535"/>
                </a:cubicBezTo>
                <a:cubicBezTo>
                  <a:pt x="4287288" y="-2883"/>
                  <a:pt x="3655351" y="1172307"/>
                  <a:pt x="4275438" y="0"/>
                </a:cubicBezTo>
                <a:cubicBezTo>
                  <a:pt x="4909592" y="1158240"/>
                  <a:pt x="4288999" y="2915"/>
                  <a:pt x="4917990" y="1161535"/>
                </a:cubicBezTo>
                <a:cubicBezTo>
                  <a:pt x="5251560" y="589829"/>
                  <a:pt x="4926132" y="1161472"/>
                  <a:pt x="5263979" y="593124"/>
                </a:cubicBezTo>
                <a:lnTo>
                  <a:pt x="6635579" y="593124"/>
                </a:lnTo>
                <a:lnTo>
                  <a:pt x="6635579" y="593124"/>
                </a:lnTo>
                <a:lnTo>
                  <a:pt x="6635579" y="593124"/>
                </a:ln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263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14F2F-3180-6C21-F767-677569C2D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DF678-1488-BABF-9B08-FCDF385E3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937" y="220746"/>
            <a:ext cx="10515600" cy="428959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36B4C2-1DE3-7460-C359-7251C10AC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157" y="1563749"/>
            <a:ext cx="7772400" cy="404332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0FEEBF7-F8DA-7F14-6A76-70FF28801B2E}"/>
              </a:ext>
            </a:extLst>
          </p:cNvPr>
          <p:cNvSpPr txBox="1"/>
          <p:nvPr/>
        </p:nvSpPr>
        <p:spPr>
          <a:xfrm>
            <a:off x="3786376" y="3144182"/>
            <a:ext cx="1101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10K Ohm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9B1DC694-4149-D011-84BA-0B233F4EEBAB}"/>
              </a:ext>
            </a:extLst>
          </p:cNvPr>
          <p:cNvSpPr/>
          <p:nvPr/>
        </p:nvSpPr>
        <p:spPr>
          <a:xfrm flipV="1">
            <a:off x="3901809" y="3529152"/>
            <a:ext cx="870718" cy="224699"/>
          </a:xfrm>
          <a:custGeom>
            <a:avLst/>
            <a:gdLst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61535"/>
              <a:gd name="connsiteX1" fmla="*/ 1470454 w 6635579"/>
              <a:gd name="connsiteY1" fmla="*/ 580768 h 1161535"/>
              <a:gd name="connsiteX2" fmla="*/ 1779373 w 6635579"/>
              <a:gd name="connsiteY2" fmla="*/ 24713 h 1161535"/>
              <a:gd name="connsiteX3" fmla="*/ 2409568 w 6635579"/>
              <a:gd name="connsiteY3" fmla="*/ 1161535 h 1161535"/>
              <a:gd name="connsiteX4" fmla="*/ 3039762 w 6635579"/>
              <a:gd name="connsiteY4" fmla="*/ 37070 h 1161535"/>
              <a:gd name="connsiteX5" fmla="*/ 3645244 w 6635579"/>
              <a:gd name="connsiteY5" fmla="*/ 1161535 h 1161535"/>
              <a:gd name="connsiteX6" fmla="*/ 4275438 w 6635579"/>
              <a:gd name="connsiteY6" fmla="*/ 0 h 1161535"/>
              <a:gd name="connsiteX7" fmla="*/ 4917990 w 6635579"/>
              <a:gd name="connsiteY7" fmla="*/ 1161535 h 1161535"/>
              <a:gd name="connsiteX8" fmla="*/ 5263979 w 6635579"/>
              <a:gd name="connsiteY8" fmla="*/ 593124 h 1161535"/>
              <a:gd name="connsiteX9" fmla="*/ 6635579 w 6635579"/>
              <a:gd name="connsiteY9" fmla="*/ 593124 h 1161535"/>
              <a:gd name="connsiteX10" fmla="*/ 6635579 w 6635579"/>
              <a:gd name="connsiteY10" fmla="*/ 593124 h 1161535"/>
              <a:gd name="connsiteX11" fmla="*/ 6635579 w 6635579"/>
              <a:gd name="connsiteY11" fmla="*/ 593124 h 1161535"/>
              <a:gd name="connsiteX0" fmla="*/ 0 w 6635579"/>
              <a:gd name="connsiteY0" fmla="*/ 580768 h 1161535"/>
              <a:gd name="connsiteX1" fmla="*/ 1470454 w 6635579"/>
              <a:gd name="connsiteY1" fmla="*/ 580768 h 1161535"/>
              <a:gd name="connsiteX2" fmla="*/ 1779373 w 6635579"/>
              <a:gd name="connsiteY2" fmla="*/ 24713 h 1161535"/>
              <a:gd name="connsiteX3" fmla="*/ 2409568 w 6635579"/>
              <a:gd name="connsiteY3" fmla="*/ 1161535 h 1161535"/>
              <a:gd name="connsiteX4" fmla="*/ 3039762 w 6635579"/>
              <a:gd name="connsiteY4" fmla="*/ 37070 h 1161535"/>
              <a:gd name="connsiteX5" fmla="*/ 3645244 w 6635579"/>
              <a:gd name="connsiteY5" fmla="*/ 1161535 h 1161535"/>
              <a:gd name="connsiteX6" fmla="*/ 4275438 w 6635579"/>
              <a:gd name="connsiteY6" fmla="*/ 0 h 1161535"/>
              <a:gd name="connsiteX7" fmla="*/ 4917990 w 6635579"/>
              <a:gd name="connsiteY7" fmla="*/ 1161535 h 1161535"/>
              <a:gd name="connsiteX8" fmla="*/ 5263979 w 6635579"/>
              <a:gd name="connsiteY8" fmla="*/ 593124 h 1161535"/>
              <a:gd name="connsiteX9" fmla="*/ 6635579 w 6635579"/>
              <a:gd name="connsiteY9" fmla="*/ 593124 h 1161535"/>
              <a:gd name="connsiteX10" fmla="*/ 6635579 w 6635579"/>
              <a:gd name="connsiteY10" fmla="*/ 593124 h 1161535"/>
              <a:gd name="connsiteX11" fmla="*/ 6635579 w 6635579"/>
              <a:gd name="connsiteY11" fmla="*/ 593124 h 1161535"/>
              <a:gd name="connsiteX0" fmla="*/ 0 w 6635579"/>
              <a:gd name="connsiteY0" fmla="*/ 580768 h 1161535"/>
              <a:gd name="connsiteX1" fmla="*/ 1470454 w 6635579"/>
              <a:gd name="connsiteY1" fmla="*/ 580768 h 1161535"/>
              <a:gd name="connsiteX2" fmla="*/ 1779373 w 6635579"/>
              <a:gd name="connsiteY2" fmla="*/ 24713 h 1161535"/>
              <a:gd name="connsiteX3" fmla="*/ 2409568 w 6635579"/>
              <a:gd name="connsiteY3" fmla="*/ 1161535 h 1161535"/>
              <a:gd name="connsiteX4" fmla="*/ 3039762 w 6635579"/>
              <a:gd name="connsiteY4" fmla="*/ 37070 h 1161535"/>
              <a:gd name="connsiteX5" fmla="*/ 3645244 w 6635579"/>
              <a:gd name="connsiteY5" fmla="*/ 1161535 h 1161535"/>
              <a:gd name="connsiteX6" fmla="*/ 4275438 w 6635579"/>
              <a:gd name="connsiteY6" fmla="*/ 0 h 1161535"/>
              <a:gd name="connsiteX7" fmla="*/ 4917990 w 6635579"/>
              <a:gd name="connsiteY7" fmla="*/ 1161535 h 1161535"/>
              <a:gd name="connsiteX8" fmla="*/ 5263979 w 6635579"/>
              <a:gd name="connsiteY8" fmla="*/ 593124 h 1161535"/>
              <a:gd name="connsiteX9" fmla="*/ 6635579 w 6635579"/>
              <a:gd name="connsiteY9" fmla="*/ 593124 h 1161535"/>
              <a:gd name="connsiteX10" fmla="*/ 6635579 w 6635579"/>
              <a:gd name="connsiteY10" fmla="*/ 593124 h 1161535"/>
              <a:gd name="connsiteX11" fmla="*/ 6635579 w 6635579"/>
              <a:gd name="connsiteY11" fmla="*/ 593124 h 1161535"/>
              <a:gd name="connsiteX0" fmla="*/ 0 w 6635579"/>
              <a:gd name="connsiteY0" fmla="*/ 580768 h 1161535"/>
              <a:gd name="connsiteX1" fmla="*/ 1470454 w 6635579"/>
              <a:gd name="connsiteY1" fmla="*/ 580768 h 1161535"/>
              <a:gd name="connsiteX2" fmla="*/ 1779373 w 6635579"/>
              <a:gd name="connsiteY2" fmla="*/ 24713 h 1161535"/>
              <a:gd name="connsiteX3" fmla="*/ 2409568 w 6635579"/>
              <a:gd name="connsiteY3" fmla="*/ 1161535 h 1161535"/>
              <a:gd name="connsiteX4" fmla="*/ 3039762 w 6635579"/>
              <a:gd name="connsiteY4" fmla="*/ 37070 h 1161535"/>
              <a:gd name="connsiteX5" fmla="*/ 3645244 w 6635579"/>
              <a:gd name="connsiteY5" fmla="*/ 1161535 h 1161535"/>
              <a:gd name="connsiteX6" fmla="*/ 4275438 w 6635579"/>
              <a:gd name="connsiteY6" fmla="*/ 0 h 1161535"/>
              <a:gd name="connsiteX7" fmla="*/ 4917990 w 6635579"/>
              <a:gd name="connsiteY7" fmla="*/ 1161535 h 1161535"/>
              <a:gd name="connsiteX8" fmla="*/ 5263979 w 6635579"/>
              <a:gd name="connsiteY8" fmla="*/ 593124 h 1161535"/>
              <a:gd name="connsiteX9" fmla="*/ 6635579 w 6635579"/>
              <a:gd name="connsiteY9" fmla="*/ 593124 h 1161535"/>
              <a:gd name="connsiteX10" fmla="*/ 6635579 w 6635579"/>
              <a:gd name="connsiteY10" fmla="*/ 593124 h 1161535"/>
              <a:gd name="connsiteX11" fmla="*/ 6635579 w 6635579"/>
              <a:gd name="connsiteY11" fmla="*/ 593124 h 1161535"/>
              <a:gd name="connsiteX0" fmla="*/ 0 w 6635579"/>
              <a:gd name="connsiteY0" fmla="*/ 580768 h 1161535"/>
              <a:gd name="connsiteX1" fmla="*/ 1470454 w 6635579"/>
              <a:gd name="connsiteY1" fmla="*/ 580768 h 1161535"/>
              <a:gd name="connsiteX2" fmla="*/ 1779373 w 6635579"/>
              <a:gd name="connsiteY2" fmla="*/ 24713 h 1161535"/>
              <a:gd name="connsiteX3" fmla="*/ 2409568 w 6635579"/>
              <a:gd name="connsiteY3" fmla="*/ 1161535 h 1161535"/>
              <a:gd name="connsiteX4" fmla="*/ 3039762 w 6635579"/>
              <a:gd name="connsiteY4" fmla="*/ 37070 h 1161535"/>
              <a:gd name="connsiteX5" fmla="*/ 3645244 w 6635579"/>
              <a:gd name="connsiteY5" fmla="*/ 1161535 h 1161535"/>
              <a:gd name="connsiteX6" fmla="*/ 4275438 w 6635579"/>
              <a:gd name="connsiteY6" fmla="*/ 0 h 1161535"/>
              <a:gd name="connsiteX7" fmla="*/ 4917990 w 6635579"/>
              <a:gd name="connsiteY7" fmla="*/ 1161535 h 1161535"/>
              <a:gd name="connsiteX8" fmla="*/ 5263979 w 6635579"/>
              <a:gd name="connsiteY8" fmla="*/ 593124 h 1161535"/>
              <a:gd name="connsiteX9" fmla="*/ 6635579 w 6635579"/>
              <a:gd name="connsiteY9" fmla="*/ 593124 h 1161535"/>
              <a:gd name="connsiteX10" fmla="*/ 6635579 w 6635579"/>
              <a:gd name="connsiteY10" fmla="*/ 593124 h 1161535"/>
              <a:gd name="connsiteX11" fmla="*/ 6635579 w 6635579"/>
              <a:gd name="connsiteY11" fmla="*/ 593124 h 1161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635579" h="1161535">
                <a:moveTo>
                  <a:pt x="0" y="580768"/>
                </a:moveTo>
                <a:cubicBezTo>
                  <a:pt x="586946" y="627106"/>
                  <a:pt x="15652" y="589038"/>
                  <a:pt x="1470454" y="580768"/>
                </a:cubicBezTo>
                <a:cubicBezTo>
                  <a:pt x="1785773" y="19169"/>
                  <a:pt x="1491556" y="589100"/>
                  <a:pt x="1779373" y="24713"/>
                </a:cubicBezTo>
                <a:cubicBezTo>
                  <a:pt x="2395437" y="1171895"/>
                  <a:pt x="1791540" y="34061"/>
                  <a:pt x="2409568" y="1161535"/>
                </a:cubicBezTo>
                <a:cubicBezTo>
                  <a:pt x="3046353" y="33489"/>
                  <a:pt x="2425853" y="1176553"/>
                  <a:pt x="3039762" y="37070"/>
                </a:cubicBezTo>
                <a:cubicBezTo>
                  <a:pt x="3653671" y="1181243"/>
                  <a:pt x="3045402" y="42297"/>
                  <a:pt x="3645244" y="1161535"/>
                </a:cubicBezTo>
                <a:cubicBezTo>
                  <a:pt x="4287288" y="-2883"/>
                  <a:pt x="3655351" y="1172307"/>
                  <a:pt x="4275438" y="0"/>
                </a:cubicBezTo>
                <a:cubicBezTo>
                  <a:pt x="4909592" y="1158240"/>
                  <a:pt x="4288999" y="2915"/>
                  <a:pt x="4917990" y="1161535"/>
                </a:cubicBezTo>
                <a:cubicBezTo>
                  <a:pt x="5251560" y="589829"/>
                  <a:pt x="4926132" y="1161472"/>
                  <a:pt x="5263979" y="593124"/>
                </a:cubicBezTo>
                <a:lnTo>
                  <a:pt x="6635579" y="593124"/>
                </a:lnTo>
                <a:lnTo>
                  <a:pt x="6635579" y="593124"/>
                </a:lnTo>
                <a:lnTo>
                  <a:pt x="6635579" y="593124"/>
                </a:ln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6029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D21AC-9491-B401-C892-A2F646FE5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2E2B9C8-C631-9C4C-CB60-861CEFC338D2}"/>
              </a:ext>
            </a:extLst>
          </p:cNvPr>
          <p:cNvSpPr/>
          <p:nvPr/>
        </p:nvSpPr>
        <p:spPr>
          <a:xfrm>
            <a:off x="5848484" y="2945524"/>
            <a:ext cx="830317" cy="483476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78AFF17-E7E3-EECC-905D-E2723DB99F10}"/>
              </a:ext>
            </a:extLst>
          </p:cNvPr>
          <p:cNvSpPr/>
          <p:nvPr/>
        </p:nvSpPr>
        <p:spPr>
          <a:xfrm>
            <a:off x="5845290" y="3217876"/>
            <a:ext cx="830317" cy="597611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A1E605-CC58-0930-3C7D-D568A8D6C7E5}"/>
              </a:ext>
            </a:extLst>
          </p:cNvPr>
          <p:cNvSpPr txBox="1"/>
          <p:nvPr/>
        </p:nvSpPr>
        <p:spPr>
          <a:xfrm>
            <a:off x="5812160" y="3347404"/>
            <a:ext cx="873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2N2222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E469BB6-4C42-061F-3829-2B22ACD5816C}"/>
              </a:ext>
            </a:extLst>
          </p:cNvPr>
          <p:cNvCxnSpPr>
            <a:cxnSpLocks/>
          </p:cNvCxnSpPr>
          <p:nvPr/>
        </p:nvCxnSpPr>
        <p:spPr>
          <a:xfrm>
            <a:off x="5963133" y="3823702"/>
            <a:ext cx="0" cy="130501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DFAEBAF-DF31-C7DB-94AA-E723C6DEF0FF}"/>
              </a:ext>
            </a:extLst>
          </p:cNvPr>
          <p:cNvCxnSpPr>
            <a:cxnSpLocks/>
          </p:cNvCxnSpPr>
          <p:nvPr/>
        </p:nvCxnSpPr>
        <p:spPr>
          <a:xfrm>
            <a:off x="6260448" y="3823702"/>
            <a:ext cx="0" cy="2661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28B7C0-6330-633A-5F7F-0C32F92F17AD}"/>
              </a:ext>
            </a:extLst>
          </p:cNvPr>
          <p:cNvCxnSpPr>
            <a:cxnSpLocks/>
          </p:cNvCxnSpPr>
          <p:nvPr/>
        </p:nvCxnSpPr>
        <p:spPr>
          <a:xfrm>
            <a:off x="6545024" y="3826911"/>
            <a:ext cx="0" cy="26293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2844E25-579F-2E49-02CB-D4B64A00072B}"/>
              </a:ext>
            </a:extLst>
          </p:cNvPr>
          <p:cNvSpPr txBox="1"/>
          <p:nvPr/>
        </p:nvSpPr>
        <p:spPr>
          <a:xfrm>
            <a:off x="5540493" y="4520605"/>
            <a:ext cx="3047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E83EE9-70B0-475F-C1B3-7017260049D4}"/>
              </a:ext>
            </a:extLst>
          </p:cNvPr>
          <p:cNvSpPr txBox="1"/>
          <p:nvPr/>
        </p:nvSpPr>
        <p:spPr>
          <a:xfrm>
            <a:off x="6533103" y="4115989"/>
            <a:ext cx="3047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CE32C-1C92-A933-ABCF-F940B267CB70}"/>
              </a:ext>
            </a:extLst>
          </p:cNvPr>
          <p:cNvSpPr txBox="1"/>
          <p:nvPr/>
        </p:nvSpPr>
        <p:spPr>
          <a:xfrm>
            <a:off x="5505939" y="3692883"/>
            <a:ext cx="3047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877CFFD-CCBA-EFD5-4B7E-9452F8A21BAB}"/>
              </a:ext>
            </a:extLst>
          </p:cNvPr>
          <p:cNvCxnSpPr>
            <a:cxnSpLocks/>
          </p:cNvCxnSpPr>
          <p:nvPr/>
        </p:nvCxnSpPr>
        <p:spPr>
          <a:xfrm>
            <a:off x="5352566" y="4089843"/>
            <a:ext cx="91918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6CEC384-56F2-AF1B-A3E9-8C78E1D644E7}"/>
              </a:ext>
            </a:extLst>
          </p:cNvPr>
          <p:cNvCxnSpPr>
            <a:cxnSpLocks/>
          </p:cNvCxnSpPr>
          <p:nvPr/>
        </p:nvCxnSpPr>
        <p:spPr>
          <a:xfrm>
            <a:off x="6520810" y="4089843"/>
            <a:ext cx="91918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>
            <a:extLst>
              <a:ext uri="{FF2B5EF4-FFF2-40B4-BE49-F238E27FC236}">
                <a16:creationId xmlns:a16="http://schemas.microsoft.com/office/drawing/2014/main" id="{507C23EE-18A6-07B0-4D9D-609DA9F98817}"/>
              </a:ext>
            </a:extLst>
          </p:cNvPr>
          <p:cNvSpPr/>
          <p:nvPr/>
        </p:nvSpPr>
        <p:spPr>
          <a:xfrm>
            <a:off x="4168345" y="4017838"/>
            <a:ext cx="1212897" cy="144009"/>
          </a:xfrm>
          <a:custGeom>
            <a:avLst/>
            <a:gdLst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72959"/>
              <a:gd name="connsiteX1" fmla="*/ 1470454 w 6635579"/>
              <a:gd name="connsiteY1" fmla="*/ 580768 h 1172959"/>
              <a:gd name="connsiteX2" fmla="*/ 1779373 w 6635579"/>
              <a:gd name="connsiteY2" fmla="*/ 24713 h 1172959"/>
              <a:gd name="connsiteX3" fmla="*/ 2409568 w 6635579"/>
              <a:gd name="connsiteY3" fmla="*/ 1161535 h 1172959"/>
              <a:gd name="connsiteX4" fmla="*/ 3039762 w 6635579"/>
              <a:gd name="connsiteY4" fmla="*/ 37070 h 1172959"/>
              <a:gd name="connsiteX5" fmla="*/ 3645244 w 6635579"/>
              <a:gd name="connsiteY5" fmla="*/ 1161535 h 1172959"/>
              <a:gd name="connsiteX6" fmla="*/ 4275438 w 6635579"/>
              <a:gd name="connsiteY6" fmla="*/ 0 h 1172959"/>
              <a:gd name="connsiteX7" fmla="*/ 4917990 w 6635579"/>
              <a:gd name="connsiteY7" fmla="*/ 1161535 h 1172959"/>
              <a:gd name="connsiteX8" fmla="*/ 5263979 w 6635579"/>
              <a:gd name="connsiteY8" fmla="*/ 593124 h 1172959"/>
              <a:gd name="connsiteX9" fmla="*/ 6635579 w 6635579"/>
              <a:gd name="connsiteY9" fmla="*/ 593124 h 1172959"/>
              <a:gd name="connsiteX10" fmla="*/ 6635579 w 6635579"/>
              <a:gd name="connsiteY10" fmla="*/ 593124 h 1172959"/>
              <a:gd name="connsiteX11" fmla="*/ 6635579 w 6635579"/>
              <a:gd name="connsiteY11" fmla="*/ 593124 h 1172959"/>
              <a:gd name="connsiteX0" fmla="*/ 0 w 6635579"/>
              <a:gd name="connsiteY0" fmla="*/ 580768 h 1161535"/>
              <a:gd name="connsiteX1" fmla="*/ 1470454 w 6635579"/>
              <a:gd name="connsiteY1" fmla="*/ 580768 h 1161535"/>
              <a:gd name="connsiteX2" fmla="*/ 1779373 w 6635579"/>
              <a:gd name="connsiteY2" fmla="*/ 24713 h 1161535"/>
              <a:gd name="connsiteX3" fmla="*/ 2409568 w 6635579"/>
              <a:gd name="connsiteY3" fmla="*/ 1161535 h 1161535"/>
              <a:gd name="connsiteX4" fmla="*/ 3039762 w 6635579"/>
              <a:gd name="connsiteY4" fmla="*/ 37070 h 1161535"/>
              <a:gd name="connsiteX5" fmla="*/ 3645244 w 6635579"/>
              <a:gd name="connsiteY5" fmla="*/ 1161535 h 1161535"/>
              <a:gd name="connsiteX6" fmla="*/ 4275438 w 6635579"/>
              <a:gd name="connsiteY6" fmla="*/ 0 h 1161535"/>
              <a:gd name="connsiteX7" fmla="*/ 4917990 w 6635579"/>
              <a:gd name="connsiteY7" fmla="*/ 1161535 h 1161535"/>
              <a:gd name="connsiteX8" fmla="*/ 5263979 w 6635579"/>
              <a:gd name="connsiteY8" fmla="*/ 593124 h 1161535"/>
              <a:gd name="connsiteX9" fmla="*/ 6635579 w 6635579"/>
              <a:gd name="connsiteY9" fmla="*/ 593124 h 1161535"/>
              <a:gd name="connsiteX10" fmla="*/ 6635579 w 6635579"/>
              <a:gd name="connsiteY10" fmla="*/ 593124 h 1161535"/>
              <a:gd name="connsiteX11" fmla="*/ 6635579 w 6635579"/>
              <a:gd name="connsiteY11" fmla="*/ 593124 h 1161535"/>
              <a:gd name="connsiteX0" fmla="*/ 0 w 6635579"/>
              <a:gd name="connsiteY0" fmla="*/ 580768 h 1161535"/>
              <a:gd name="connsiteX1" fmla="*/ 1470454 w 6635579"/>
              <a:gd name="connsiteY1" fmla="*/ 580768 h 1161535"/>
              <a:gd name="connsiteX2" fmla="*/ 1779373 w 6635579"/>
              <a:gd name="connsiteY2" fmla="*/ 24713 h 1161535"/>
              <a:gd name="connsiteX3" fmla="*/ 2409568 w 6635579"/>
              <a:gd name="connsiteY3" fmla="*/ 1161535 h 1161535"/>
              <a:gd name="connsiteX4" fmla="*/ 3039762 w 6635579"/>
              <a:gd name="connsiteY4" fmla="*/ 37070 h 1161535"/>
              <a:gd name="connsiteX5" fmla="*/ 3645244 w 6635579"/>
              <a:gd name="connsiteY5" fmla="*/ 1161535 h 1161535"/>
              <a:gd name="connsiteX6" fmla="*/ 4275438 w 6635579"/>
              <a:gd name="connsiteY6" fmla="*/ 0 h 1161535"/>
              <a:gd name="connsiteX7" fmla="*/ 4917990 w 6635579"/>
              <a:gd name="connsiteY7" fmla="*/ 1161535 h 1161535"/>
              <a:gd name="connsiteX8" fmla="*/ 5263979 w 6635579"/>
              <a:gd name="connsiteY8" fmla="*/ 593124 h 1161535"/>
              <a:gd name="connsiteX9" fmla="*/ 6635579 w 6635579"/>
              <a:gd name="connsiteY9" fmla="*/ 593124 h 1161535"/>
              <a:gd name="connsiteX10" fmla="*/ 6635579 w 6635579"/>
              <a:gd name="connsiteY10" fmla="*/ 593124 h 1161535"/>
              <a:gd name="connsiteX11" fmla="*/ 6635579 w 6635579"/>
              <a:gd name="connsiteY11" fmla="*/ 593124 h 1161535"/>
              <a:gd name="connsiteX0" fmla="*/ 0 w 6635579"/>
              <a:gd name="connsiteY0" fmla="*/ 580768 h 1161535"/>
              <a:gd name="connsiteX1" fmla="*/ 1470454 w 6635579"/>
              <a:gd name="connsiteY1" fmla="*/ 580768 h 1161535"/>
              <a:gd name="connsiteX2" fmla="*/ 1779373 w 6635579"/>
              <a:gd name="connsiteY2" fmla="*/ 24713 h 1161535"/>
              <a:gd name="connsiteX3" fmla="*/ 2409568 w 6635579"/>
              <a:gd name="connsiteY3" fmla="*/ 1161535 h 1161535"/>
              <a:gd name="connsiteX4" fmla="*/ 3039762 w 6635579"/>
              <a:gd name="connsiteY4" fmla="*/ 37070 h 1161535"/>
              <a:gd name="connsiteX5" fmla="*/ 3645244 w 6635579"/>
              <a:gd name="connsiteY5" fmla="*/ 1161535 h 1161535"/>
              <a:gd name="connsiteX6" fmla="*/ 4275438 w 6635579"/>
              <a:gd name="connsiteY6" fmla="*/ 0 h 1161535"/>
              <a:gd name="connsiteX7" fmla="*/ 4917990 w 6635579"/>
              <a:gd name="connsiteY7" fmla="*/ 1161535 h 1161535"/>
              <a:gd name="connsiteX8" fmla="*/ 5263979 w 6635579"/>
              <a:gd name="connsiteY8" fmla="*/ 593124 h 1161535"/>
              <a:gd name="connsiteX9" fmla="*/ 6635579 w 6635579"/>
              <a:gd name="connsiteY9" fmla="*/ 593124 h 1161535"/>
              <a:gd name="connsiteX10" fmla="*/ 6635579 w 6635579"/>
              <a:gd name="connsiteY10" fmla="*/ 593124 h 1161535"/>
              <a:gd name="connsiteX11" fmla="*/ 6635579 w 6635579"/>
              <a:gd name="connsiteY11" fmla="*/ 593124 h 1161535"/>
              <a:gd name="connsiteX0" fmla="*/ 0 w 6635579"/>
              <a:gd name="connsiteY0" fmla="*/ 580768 h 1161535"/>
              <a:gd name="connsiteX1" fmla="*/ 1470454 w 6635579"/>
              <a:gd name="connsiteY1" fmla="*/ 580768 h 1161535"/>
              <a:gd name="connsiteX2" fmla="*/ 1779373 w 6635579"/>
              <a:gd name="connsiteY2" fmla="*/ 24713 h 1161535"/>
              <a:gd name="connsiteX3" fmla="*/ 2409568 w 6635579"/>
              <a:gd name="connsiteY3" fmla="*/ 1161535 h 1161535"/>
              <a:gd name="connsiteX4" fmla="*/ 3039762 w 6635579"/>
              <a:gd name="connsiteY4" fmla="*/ 37070 h 1161535"/>
              <a:gd name="connsiteX5" fmla="*/ 3645244 w 6635579"/>
              <a:gd name="connsiteY5" fmla="*/ 1161535 h 1161535"/>
              <a:gd name="connsiteX6" fmla="*/ 4275438 w 6635579"/>
              <a:gd name="connsiteY6" fmla="*/ 0 h 1161535"/>
              <a:gd name="connsiteX7" fmla="*/ 4917990 w 6635579"/>
              <a:gd name="connsiteY7" fmla="*/ 1161535 h 1161535"/>
              <a:gd name="connsiteX8" fmla="*/ 5263979 w 6635579"/>
              <a:gd name="connsiteY8" fmla="*/ 593124 h 1161535"/>
              <a:gd name="connsiteX9" fmla="*/ 6635579 w 6635579"/>
              <a:gd name="connsiteY9" fmla="*/ 593124 h 1161535"/>
              <a:gd name="connsiteX10" fmla="*/ 6635579 w 6635579"/>
              <a:gd name="connsiteY10" fmla="*/ 593124 h 1161535"/>
              <a:gd name="connsiteX11" fmla="*/ 6635579 w 6635579"/>
              <a:gd name="connsiteY11" fmla="*/ 593124 h 1161535"/>
              <a:gd name="connsiteX0" fmla="*/ 0 w 6635579"/>
              <a:gd name="connsiteY0" fmla="*/ 580768 h 1161535"/>
              <a:gd name="connsiteX1" fmla="*/ 1470454 w 6635579"/>
              <a:gd name="connsiteY1" fmla="*/ 580768 h 1161535"/>
              <a:gd name="connsiteX2" fmla="*/ 1779373 w 6635579"/>
              <a:gd name="connsiteY2" fmla="*/ 24713 h 1161535"/>
              <a:gd name="connsiteX3" fmla="*/ 2409568 w 6635579"/>
              <a:gd name="connsiteY3" fmla="*/ 1161535 h 1161535"/>
              <a:gd name="connsiteX4" fmla="*/ 3039762 w 6635579"/>
              <a:gd name="connsiteY4" fmla="*/ 37070 h 1161535"/>
              <a:gd name="connsiteX5" fmla="*/ 3645244 w 6635579"/>
              <a:gd name="connsiteY5" fmla="*/ 1161535 h 1161535"/>
              <a:gd name="connsiteX6" fmla="*/ 4275438 w 6635579"/>
              <a:gd name="connsiteY6" fmla="*/ 0 h 1161535"/>
              <a:gd name="connsiteX7" fmla="*/ 4917990 w 6635579"/>
              <a:gd name="connsiteY7" fmla="*/ 1161535 h 1161535"/>
              <a:gd name="connsiteX8" fmla="*/ 5263979 w 6635579"/>
              <a:gd name="connsiteY8" fmla="*/ 593124 h 1161535"/>
              <a:gd name="connsiteX9" fmla="*/ 6635579 w 6635579"/>
              <a:gd name="connsiteY9" fmla="*/ 593124 h 1161535"/>
              <a:gd name="connsiteX10" fmla="*/ 6635579 w 6635579"/>
              <a:gd name="connsiteY10" fmla="*/ 593124 h 1161535"/>
              <a:gd name="connsiteX11" fmla="*/ 6635579 w 6635579"/>
              <a:gd name="connsiteY11" fmla="*/ 593124 h 1161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635579" h="1161535">
                <a:moveTo>
                  <a:pt x="0" y="580768"/>
                </a:moveTo>
                <a:cubicBezTo>
                  <a:pt x="586946" y="627106"/>
                  <a:pt x="15652" y="589038"/>
                  <a:pt x="1470454" y="580768"/>
                </a:cubicBezTo>
                <a:cubicBezTo>
                  <a:pt x="1785773" y="19169"/>
                  <a:pt x="1491556" y="589100"/>
                  <a:pt x="1779373" y="24713"/>
                </a:cubicBezTo>
                <a:cubicBezTo>
                  <a:pt x="2395437" y="1171895"/>
                  <a:pt x="1791540" y="34061"/>
                  <a:pt x="2409568" y="1161535"/>
                </a:cubicBezTo>
                <a:cubicBezTo>
                  <a:pt x="3046353" y="33489"/>
                  <a:pt x="2425853" y="1176553"/>
                  <a:pt x="3039762" y="37070"/>
                </a:cubicBezTo>
                <a:cubicBezTo>
                  <a:pt x="3653671" y="1181243"/>
                  <a:pt x="3045402" y="42297"/>
                  <a:pt x="3645244" y="1161535"/>
                </a:cubicBezTo>
                <a:cubicBezTo>
                  <a:pt x="4287288" y="-2883"/>
                  <a:pt x="3655351" y="1172307"/>
                  <a:pt x="4275438" y="0"/>
                </a:cubicBezTo>
                <a:cubicBezTo>
                  <a:pt x="4909592" y="1158240"/>
                  <a:pt x="4288999" y="2915"/>
                  <a:pt x="4917990" y="1161535"/>
                </a:cubicBezTo>
                <a:cubicBezTo>
                  <a:pt x="5251560" y="589829"/>
                  <a:pt x="4926132" y="1161472"/>
                  <a:pt x="5263979" y="593124"/>
                </a:cubicBezTo>
                <a:lnTo>
                  <a:pt x="6635579" y="593124"/>
                </a:lnTo>
                <a:lnTo>
                  <a:pt x="6635579" y="593124"/>
                </a:lnTo>
                <a:lnTo>
                  <a:pt x="6635579" y="593124"/>
                </a:ln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E6E1C0-E2BC-AE89-D682-C639B90BE456}"/>
              </a:ext>
            </a:extLst>
          </p:cNvPr>
          <p:cNvSpPr txBox="1"/>
          <p:nvPr/>
        </p:nvSpPr>
        <p:spPr>
          <a:xfrm>
            <a:off x="4143753" y="3624469"/>
            <a:ext cx="1101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10K Ohm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38FF392-7D31-D4F1-7291-9D851AC26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306" y="1453712"/>
            <a:ext cx="2628900" cy="346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53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0F318-C846-DE55-C8A0-561E9139A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Photoresistor Symbol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BCDB20C-DAD4-AC55-505C-2281821ECD65}"/>
              </a:ext>
            </a:extLst>
          </p:cNvPr>
          <p:cNvGrpSpPr/>
          <p:nvPr/>
        </p:nvGrpSpPr>
        <p:grpSpPr>
          <a:xfrm>
            <a:off x="1160930" y="2565894"/>
            <a:ext cx="4169557" cy="3083676"/>
            <a:chOff x="3642872" y="2387764"/>
            <a:chExt cx="4169557" cy="3083676"/>
          </a:xfrm>
        </p:grpSpPr>
        <p:pic>
          <p:nvPicPr>
            <p:cNvPr id="5" name="Picture 4" descr="A close up of a chip&#10;&#10;AI-generated content may be incorrect.">
              <a:extLst>
                <a:ext uri="{FF2B5EF4-FFF2-40B4-BE49-F238E27FC236}">
                  <a16:creationId xmlns:a16="http://schemas.microsoft.com/office/drawing/2014/main" id="{C3EB3C4C-0429-26D0-E167-12D07CCF60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48117" y="2387764"/>
              <a:ext cx="3253580" cy="2973099"/>
            </a:xfrm>
            <a:prstGeom prst="rect">
              <a:avLst/>
            </a:prstGeom>
          </p:spPr>
        </p:pic>
        <p:sp>
          <p:nvSpPr>
            <p:cNvPr id="6" name="Triangle 5">
              <a:extLst>
                <a:ext uri="{FF2B5EF4-FFF2-40B4-BE49-F238E27FC236}">
                  <a16:creationId xmlns:a16="http://schemas.microsoft.com/office/drawing/2014/main" id="{90EEE2E2-3681-8292-77EC-40C8F4A5D190}"/>
                </a:ext>
              </a:extLst>
            </p:cNvPr>
            <p:cNvSpPr/>
            <p:nvPr/>
          </p:nvSpPr>
          <p:spPr>
            <a:xfrm rot="579357">
              <a:off x="6826480" y="4625701"/>
              <a:ext cx="985949" cy="845739"/>
            </a:xfrm>
            <a:prstGeom prst="triangle">
              <a:avLst>
                <a:gd name="adj" fmla="val 4818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riangle 6">
              <a:extLst>
                <a:ext uri="{FF2B5EF4-FFF2-40B4-BE49-F238E27FC236}">
                  <a16:creationId xmlns:a16="http://schemas.microsoft.com/office/drawing/2014/main" id="{74A2388A-CF2F-02EE-0127-CF0DB92A8B5B}"/>
                </a:ext>
              </a:extLst>
            </p:cNvPr>
            <p:cNvSpPr/>
            <p:nvPr/>
          </p:nvSpPr>
          <p:spPr>
            <a:xfrm rot="21338902">
              <a:off x="3642872" y="4418501"/>
              <a:ext cx="1216552" cy="993292"/>
            </a:xfrm>
            <a:prstGeom prst="triangle">
              <a:avLst>
                <a:gd name="adj" fmla="val 4818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Picture 8" descr="A black and white circular object with a white background&#10;&#10;AI-generated content may be incorrect.">
            <a:extLst>
              <a:ext uri="{FF2B5EF4-FFF2-40B4-BE49-F238E27FC236}">
                <a16:creationId xmlns:a16="http://schemas.microsoft.com/office/drawing/2014/main" id="{A5244985-9E7D-A46A-E683-22DD5349AB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9593" y="2745014"/>
            <a:ext cx="2247900" cy="241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502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12779</TotalTime>
  <Words>35</Words>
  <Application>Microsoft Macintosh PowerPoint</Application>
  <PresentationFormat>Widescreen</PresentationFormat>
  <Paragraphs>18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LED Noodle Circuit Diagrams</vt:lpstr>
      <vt:lpstr>PowerPoint Presentation</vt:lpstr>
      <vt:lpstr>PowerPoint Presentation</vt:lpstr>
      <vt:lpstr>PowerPoint Presentation</vt:lpstr>
      <vt:lpstr>PowerPoint Presentation</vt:lpstr>
      <vt:lpstr>Photoresistor Symbol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McCreary</dc:creator>
  <cp:lastModifiedBy>Dan McCreary</cp:lastModifiedBy>
  <cp:revision>6</cp:revision>
  <dcterms:created xsi:type="dcterms:W3CDTF">2025-01-08T00:26:12Z</dcterms:created>
  <dcterms:modified xsi:type="dcterms:W3CDTF">2025-10-31T19:00:48Z</dcterms:modified>
</cp:coreProperties>
</file>